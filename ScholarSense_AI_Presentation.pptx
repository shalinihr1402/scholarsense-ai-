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443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5486400" cy="6858000"/>
          </a:xfrm>
          <a:prstGeom prst="roundRect">
            <a:avLst/>
          </a:prstGeom>
          <a:solidFill>
            <a:srgbClr val="1229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 ·  ANALYZE  ·  PREPARE  ·  SUCCEED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ScholarSense AI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OCR-Driven Scholarship Intelligence &amp;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System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eligible Indian students applying through NSP &amp; Karnataka SSP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532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Shalini H R</a:t>
            </a:r>
            <a:r>
              <a:rPr lang="en-US" sz="125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MCA, GM University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897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r>
              <a:rPr lang="en-US" sz="1100" dirty="0" smtClean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</a:t>
            </a:r>
            <a:r>
              <a:rPr lang="en-US" sz="11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S</a:t>
            </a:r>
            <a:r>
              <a:rPr lang="en-US" sz="11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1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– 27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42936" y="2112836"/>
            <a:ext cx="4123944" cy="2632329"/>
          </a:xfrm>
          <a:prstGeom prst="roundRect">
            <a:avLst>
              <a:gd name="adj" fmla="val 2084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0" name="Image 0" descr="C:/Users/DELL/AppData/Local/Temp/claude/D--ScholarSense-AI--claude-worktrees-project-run-analysis-89c2d5/ca659e9a-cf43-459b-a01c-511aec46bd26/scratchpad/shots/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936" y="1756356"/>
            <a:ext cx="4782094" cy="298880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942936" y="4836605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— profile-driven dashboard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eligible students still lose scholarship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E4F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55064"/>
            <a:ext cx="638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is invisible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65960"/>
            <a:ext cx="6382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know which of 100+ NSP &amp; SSP schemes they actually qualify for.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E4F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587752"/>
            <a:ext cx="638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slip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898648"/>
            <a:ext cx="6382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yearly renewal windows are missed — the scholarship simply lapses.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E4F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520440"/>
            <a:ext cx="638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fails at PFMS / DBT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831336"/>
            <a:ext cx="6382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not seeded to the bank, DBT not enabled, or Aadhaar name ≠ bank name.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E4F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89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453128"/>
            <a:ext cx="638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get rejected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764024"/>
            <a:ext cx="6382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income certificate, or name / date-of-birth mismatch across papers.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422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E4F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422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5385816"/>
            <a:ext cx="638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statuses are unreadable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5696712"/>
            <a:ext cx="6382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“Defective”, “Sent to PFMS”, “Institute Verification Pending” — with no explanation.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169164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E7ED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38160" y="1965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E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54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30632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scholarship payment failures come from wrong bank details or DBT not being enabled.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4572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avoidable failure modes  →  one lost academic year.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companion for the whole journey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 →  Analyze  →  Prepare  →  Succeed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743200" cy="841248"/>
          </a:xfrm>
          <a:prstGeom prst="roundRect">
            <a:avLst>
              <a:gd name="adj" fmla="val 6522"/>
            </a:avLst>
          </a:prstGeom>
          <a:solidFill>
            <a:srgbClr val="E7ED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57400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Engine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39312" y="2057400"/>
            <a:ext cx="2743200" cy="841248"/>
          </a:xfrm>
          <a:prstGeom prst="roundRect">
            <a:avLst>
              <a:gd name="adj" fmla="val 6522"/>
            </a:avLst>
          </a:prstGeom>
          <a:solidFill>
            <a:srgbClr val="E1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49040" y="2057400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Vault + OCR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2743200" cy="841248"/>
          </a:xfrm>
          <a:prstGeom prst="roundRect">
            <a:avLst>
              <a:gd name="adj" fmla="val 6522"/>
            </a:avLst>
          </a:prstGeom>
          <a:solidFill>
            <a:srgbClr val="E7ED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3154680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39312" y="3154680"/>
            <a:ext cx="2743200" cy="841248"/>
          </a:xfrm>
          <a:prstGeom prst="roundRect">
            <a:avLst>
              <a:gd name="adj" fmla="val 6522"/>
            </a:avLst>
          </a:prstGeom>
          <a:solidFill>
            <a:srgbClr val="E1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49040" y="3154680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2743200" cy="841248"/>
          </a:xfrm>
          <a:prstGeom prst="roundRect">
            <a:avLst>
              <a:gd name="adj" fmla="val 6522"/>
            </a:avLst>
          </a:prstGeom>
          <a:solidFill>
            <a:srgbClr val="E7ED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251960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39312" y="4251960"/>
            <a:ext cx="2743200" cy="841248"/>
          </a:xfrm>
          <a:prstGeom prst="roundRect">
            <a:avLst>
              <a:gd name="adj" fmla="val 6522"/>
            </a:avLst>
          </a:prstGeom>
          <a:solidFill>
            <a:srgbClr val="E1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49040" y="4251960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Analyzer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349240"/>
            <a:ext cx="2743200" cy="841248"/>
          </a:xfrm>
          <a:prstGeom prst="roundRect">
            <a:avLst>
              <a:gd name="adj" fmla="val 6522"/>
            </a:avLst>
          </a:prstGeom>
          <a:solidFill>
            <a:srgbClr val="E7ED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5349240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39312" y="5349240"/>
            <a:ext cx="2743200" cy="841248"/>
          </a:xfrm>
          <a:prstGeom prst="roundRect">
            <a:avLst>
              <a:gd name="adj" fmla="val 6522"/>
            </a:avLst>
          </a:prstGeom>
          <a:solidFill>
            <a:srgbClr val="E1F4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49040" y="5349240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56832" y="1719072"/>
            <a:ext cx="5065776" cy="3214116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pic>
        <p:nvPicPr>
          <p:cNvPr id="22" name="Image 0" descr="C:/Users/DELL/AppData/Local/Temp/claude/D--ScholarSense-AI--claude-worktrees-project-run-analysis-89c2d5/ca659e9a-cf43-459b-a01c-511aec46bd26/scratchpad/shots/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83080"/>
            <a:ext cx="4937760" cy="308610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720840" y="49789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Profile-driven dashboard — one place to guide, analyze, prepare and succeed.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7ED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6276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6276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Vite  ·  React Router  ·  i18next (EN / ಕನ್ನಡ / हिंदी)  ·  Recharts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23225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542032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1F4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5420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5420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 ·  JWT authentication  ·  Multer file uploads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32369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456432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7ED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4564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4564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Engine  ·  OCR Cross-Validation  ·  Readiness &amp; Diagnosis  ·  Notifications + Cron Scheduler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41513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370832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1F4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3708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3708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(Mongoose)   ⇄   Local JSON store  —  atomic writes, offline-capable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50657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5285232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7ED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52852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52852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OCR.space  ·  Groq LLM (gpt-oss-120b)  ·  Puppeteer scraper  ·  Nodemailer  ·  UltraMsg WhatsApp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2453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MERN-style, ESM  ·  runs fully offline with local JSON fallback — no cloud dependency for the demo.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 engine + document cross-validation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76072" y="1673352"/>
            <a:ext cx="6163056" cy="3899916"/>
          </a:xfrm>
          <a:prstGeom prst="roundRect">
            <a:avLst>
              <a:gd name="adj" fmla="val 1407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pic>
        <p:nvPicPr>
          <p:cNvPr id="5" name="Image 0" descr="C:/Users/DELL/AppData/Local/Temp/claude/D--ScholarSense-AI--claude-worktrees-project-run-analysis-89c2d5/ca659e9a-cf43-459b-a01c-511aec46bd26/scratchpad/shots/02-scholarsh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6035040" cy="377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61898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matched from 33 real NSP + Karnataka SSP schemes for this profile.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783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matching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2093976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limits, category &amp; sub-category (SC / ST / OBC-2A), minimum marks, course level, state and gender — a missing field returns “Check”, never a false reject.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33375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field extraction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3648456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DOB, IFSC, account number, income and category pulled from Aadhaar, bank passbook, income certificate and marksheet.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4892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that prevent rejection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5202936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↔ bank name match  ·  DOB consistency  ·  income-certificate expiry  ·  missing IFSC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score to a personalized action plan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76072" y="1627632"/>
            <a:ext cx="5522976" cy="3499866"/>
          </a:xfrm>
          <a:prstGeom prst="roundRect">
            <a:avLst>
              <a:gd name="adj" fmla="val 1568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pic>
        <p:nvPicPr>
          <p:cNvPr id="5" name="Image 0" descr="C:/Users/DELL/AppData/Local/Temp/claude/D--ScholarSense-AI--claude-worktrees-project-run-analysis-89c2d5/ca659e9a-cf43-459b-a01c-511aec46bd26/scratchpad/shots/05-readi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5394960" cy="33718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91072" y="1627632"/>
            <a:ext cx="5522976" cy="3499866"/>
          </a:xfrm>
          <a:prstGeom prst="roundRect">
            <a:avLst>
              <a:gd name="adj" fmla="val 1568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pic>
        <p:nvPicPr>
          <p:cNvPr id="7" name="Image 1" descr="C:/Users/DELL/AppData/Local/Temp/claude/D--ScholarSense-AI--claude-worktrees-project-run-analysis-89c2d5/ca659e9a-cf43-459b-a01c-511aec46bd26/scratchpad/shots/06-diagno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9164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2578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55955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dimensions: Profile · Eligibility · Documents · DBT · Deadline.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471416" y="52578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4471416" y="555955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ranked Critical / High / Medium, each with a concrete fix.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8302752" y="52578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8302752" y="555955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my application be rejected?” with per-document status.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your status — ask in your language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76072" y="1719072"/>
            <a:ext cx="5888736" cy="3728466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pic>
        <p:nvPicPr>
          <p:cNvPr id="5" name="Image 0" descr="C:/Users/DELL/AppData/Local/Temp/claude/D--ScholarSense-AI--claude-worktrees-project-run-analysis-89c2d5/ca659e9a-cf43-459b-a01c-511aec46bd26/scratchpad/shots/07-status-analy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760720" cy="3600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49325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NSP / SSP / PFMS / INSPIRE / PMSS screenshot → stage, plain-English meaning, next action, payment timeline.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858000" y="1783080"/>
            <a:ext cx="48463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0" y="2057400"/>
            <a:ext cx="365760" cy="365760"/>
          </a:xfrm>
          <a:prstGeom prst="ellipse">
            <a:avLst/>
          </a:prstGeom>
          <a:solidFill>
            <a:srgbClr val="1E4F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323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ScholarSense AI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3042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Online · answers from your profile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132320" y="2697480"/>
            <a:ext cx="4297680" cy="1554480"/>
          </a:xfrm>
          <a:prstGeom prst="roundRect">
            <a:avLst>
              <a:gd name="adj" fmla="val 4706"/>
            </a:avLst>
          </a:prstGeom>
          <a:solidFill>
            <a:srgbClr val="E7ED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0" y="27889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“Yes — you meet the academic (≥75%), income (≤₹2.5L) and category criteria for NSP central + Karnataka SSP post-matric schemes. → Do this now: complete the SSP application and confirm your Aadhaar–bank seeding.”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132320" y="43891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1F4F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32320" y="4389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183880" y="43891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1F4F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183880" y="4389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ಕನ್ನಡ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235440" y="43891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1F4F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235440" y="4389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हिंदी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chatbot reply · grounded in the student's saved profile · Groq LLM (gpt-oss-120b).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system — not a mock-up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E7ED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642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3230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modelled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20440" y="16002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E1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6642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43230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modules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E7ED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6642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43230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addressed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81160" y="16002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E1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81160" y="16642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43230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00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eligibility matching — 10 eligible of 33 for the demo profile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field extraction + cross-document validation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deadline monitor — runs daily at 6 AM IST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 WhatsApp alerts sent to the parent / guardian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JSON store — corruption-safe offline mode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893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a multi-portal, jargon-heavy process becomes one guided, vernacular, proactive flow — aimed at the exact points where students lose money.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76872" y="3136392"/>
            <a:ext cx="4700016" cy="2985516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pic>
        <p:nvPicPr>
          <p:cNvPr id="20" name="Image 0" descr="C:/Users/DELL/AppData/Local/Temp/claude/D--ScholarSense-AI--claude-worktrees-project-run-analysis-89c2d5/ca659e9a-cf43-459b-a01c-511aec46bd26/scratchpad/shots/09-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200400"/>
            <a:ext cx="4572000" cy="28575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040880" y="61676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 — profile-driven, high-priority alerts auto-emailed.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5790895" cy="6858000"/>
          </a:xfrm>
          <a:prstGeom prst="roundRect">
            <a:avLst/>
          </a:prstGeom>
          <a:solidFill>
            <a:srgbClr val="1229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decision-support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for scholarship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8328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5 avoidable failure modes end-to-end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Profile-driven, vernacular and proactive by design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today — offline-capable, with real scheme data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12280" y="822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132588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NSP / SSP deadline synchronization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onboarding for low-literacy users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scheme coverage with yearly rule updates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via colleges, NGOs and nodal officers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PFMS payment-status integration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4892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5623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Shalini H R   ·   shalinidvg16@gmail.com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793</Words>
  <Application>Microsoft Office PowerPoint</Application>
  <PresentationFormat>Widescreen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ScholarSense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ScholarSense AI</dc:title>
  <dc:subject>PptxGenJS Presentation</dc:subject>
  <dc:creator>Shalini H R</dc:creator>
  <cp:lastModifiedBy>Microsoft account</cp:lastModifiedBy>
  <cp:revision>2</cp:revision>
  <dcterms:created xsi:type="dcterms:W3CDTF">2026-09-07T15:31:40Z</dcterms:created>
  <dcterms:modified xsi:type="dcterms:W3CDTF">2026-09-07T15:36:31Z</dcterms:modified>
</cp:coreProperties>
</file>