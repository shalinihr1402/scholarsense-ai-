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490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5486400" cy="6858000"/>
          </a:xfrm>
          <a:prstGeom prst="roundRect">
            <a:avLst/>
          </a:prstGeom>
          <a:solidFill>
            <a:srgbClr val="1229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·  ANALYZE  ·  PREPARE  ·  SUCCEED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ScholarSense AI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OCR-Driven Scholarship Intelligence &amp;</a:t>
            </a:r>
            <a:endParaRPr lang="en-US" sz="1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eligible Indian students applying through NSP &amp; Karnataka SSP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86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Shalini H R</a:t>
            </a:r>
            <a:r>
              <a:rPr lang="en-US" sz="125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MCA, GM University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____________________          Academic Year 2026 – 27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42936" y="2112836"/>
            <a:ext cx="4123944" cy="2632329"/>
          </a:xfrm>
          <a:prstGeom prst="roundRect">
            <a:avLst>
              <a:gd name="adj" fmla="val 2084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0" name="Image 0" descr="C:/Users/DELL/AppData/Local/Temp/claude/D--ScholarSense-AI--claude-worktrees-project-run-analysis-89c2d5/ca659e9a-cf43-459b-a01c-511aec46bd26/scratchpad/shots/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936" y="1545013"/>
            <a:ext cx="5132877" cy="32080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1" name="Text 8"/>
          <p:cNvSpPr txBox="1"/>
          <p:nvPr/>
        </p:nvSpPr>
        <p:spPr>
          <a:xfrm>
            <a:off x="7942936" y="4836605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profile-driven dashboard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eligible students still lose scholarship money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4F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5727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is invisible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653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can't tell which of 100+ NSP &amp; SSP schemes they qualify for.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4F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871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slip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797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yearly renewal windows are missed — the scholarship lapses.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4F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015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fails at PFMS / DBT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6941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not seeded to the bank, DBT off, or Aadhaar name ≠ bank name.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4F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3159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get rejected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6085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income certificate, or name / date-of-birth mismatch across papers.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4F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2303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statuses are unreadable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52297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“Defective”, “Sent to PFMS” — with no explanation of what to 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55280" y="160020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E7ED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520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2971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scholarship payment failures come from wrong bank details or DBT not being enabled.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45262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avoidable failure modes  →  one lost academic year.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sets out to 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53896"/>
            <a:ext cx="10515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student to NSP &amp; Karnataka SSP scholarships with a rule-based eligibility engine.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cross-validate documents (Aadhaar, passbook, income certificate, marksheet) via OCR.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failure modes that cause rejection — document mismatch, expired certificate, DBT gaps.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multi-portal status codes (NSP / SSP / PFMS / INSPIRE / PMSS) into plain-language steps.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personalized, vernacular guidance in English, Kannada and Hindi.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readiness score and a prioritized action plan before the student applies.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98855" y="48280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assistive decision support for the applicant — the system guides and validates; it does not submit on the official portals</a:t>
            </a: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 &amp; the gap they leave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27080" cy="4023360"/>
        </p:xfrm>
        <a:graphic>
          <a:graphicData uri="http://schemas.openxmlformats.org/drawingml/2006/table">
            <a:tbl>
              <a:tblPr/>
              <a:tblGrid>
                <a:gridCol w="3794760"/>
                <a:gridCol w="1783080"/>
                <a:gridCol w="1783080"/>
                <a:gridCol w="1783080"/>
                <a:gridCol w="178308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NSP / SSP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ScholarSense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eligibility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document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Cross-document consistency (name / DOB / IFSC)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status explained in plain language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/ Aadhaar-seeding guidance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Vernacular (Kannada / Hindi)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deadline &amp; risk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F7"/>
                    </a:solidFill>
                  </a:tcPr>
                </a:tc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640080" y="617220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existing tool combines eligibility matching, OCR validation and portal-status decoding for the applicant in one vernacular flow.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companion for the whole journey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 →  Analyze  →  Prepare  →  Succeed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7ED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Engine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39312" y="2057400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1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30752" y="2057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Vault + OCR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36392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7ED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136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39312" y="3136392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1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30752" y="3136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7ED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21538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39312" y="4215384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1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30752" y="421538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Analyzer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294376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7ED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2943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39312" y="5294376"/>
            <a:ext cx="2743200" cy="822960"/>
          </a:xfrm>
          <a:prstGeom prst="roundRect">
            <a:avLst>
              <a:gd name="adj" fmla="val 6667"/>
            </a:avLst>
          </a:prstGeom>
          <a:solidFill>
            <a:srgbClr val="E1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730752" y="5294376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56832" y="1719072"/>
            <a:ext cx="5065776" cy="3214116"/>
          </a:xfrm>
          <a:prstGeom prst="roundRect">
            <a:avLst>
              <a:gd name="adj" fmla="val 1707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22" name="Image 0" descr="C:/Users/DELL/AppData/Local/Temp/claude/D--ScholarSense-AI--claude-worktrees-project-run-analysis-89c2d5/ca659e9a-cf43-459b-a01c-511aec46bd26/scratchpad/shots/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83079"/>
            <a:ext cx="5001768" cy="3126105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720840" y="49789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Profile-driven dashboard — one place to guide, analyze, prepare and succeed.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7ED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6276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6276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Vite  ·  React Router  ·  i18next (EN / ಕನ್ನಡ / हिंदी)  ·  Recharts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23225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5420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1F4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25420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420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REST  ·  JWT authentication  ·  Multer file uploads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4564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7ED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4564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4564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Engine  ·  OCR Cross-Validation  ·  Readiness &amp; Diagnosis  ·  Notifications + Scheduler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41513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3708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1F4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43708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3708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(Mongoose)   ⇄   Local JSON store  —  atomic writes, offline-capable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5065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5285232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7ED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7280" y="52852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528523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OCR.space  ·  Groq LLM (gpt-oss-120b)  ·  Puppeteer scraper  ·  Nodemailer  ·  UltraMsg WhatsApp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2544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MERN-style, ESM  ·  runs fully offline with local JSON fallback — no cloud dependency for the demo.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&amp; 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570736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ED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7276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59152" y="1572768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ED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59152" y="15727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13632" y="157276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78224" y="1572768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ED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78224" y="15727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OCR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32704" y="157276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97296" y="1572768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ED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97296" y="15727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51776" y="157276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16368" y="1572768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ED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16368" y="15727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070848" y="157276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1572768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ED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15727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</a:t>
            </a:r>
            <a:r>
              <a:rPr lang="en-US" sz="8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0" y="157276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54512" y="1572768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E7ED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843768" y="157276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WhatsApp alerts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2212848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Student Profile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Eligibility Engine (rule-based + ML-assisted)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Vault + OCR extraction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— cross-document validation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(5 dimensions)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 Engine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Analyzer (NSP / SSP / PFMS / INSPIRE / PMSS)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+ Deadline Scheduler (node-cron)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Chatbot (profile-grounded)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2029968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 Engine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Analyzer (NSP / SSP / PFMS / INSPIRE / PMSS)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+ Deadline Scheduler (node-cron)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Chatbot (profile-grounded)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model: Agile / incremental  ·  REST API contract  ·  component-wise unit testing  ·  local-JSON fallback for offline builds.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Eligibility engine + OCR document validation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matching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32552" y="1913821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limits, category &amp; sub-category (SC / ST / OBC-2A), marks, course level, state, gender — a missing field returns “Check”, never a false reject.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field extraction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44517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DOB, IFSC, account number, income and board pulled from Aadhaar, passbook, income certificate and marksheet (~85% confidence).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9834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that prevent rejection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2552" y="49834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↔ bank name match  ·  DOB consistency  ·  income-certificate expiry  ·  missing IFSC.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22392" y="1719072"/>
            <a:ext cx="6208776" cy="3928491"/>
          </a:xfrm>
          <a:prstGeom prst="roundRect">
            <a:avLst>
              <a:gd name="adj" fmla="val 1397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11" name="Image 0" descr="C:/Users/DELL/AppData/Local/Temp/claude/D--ScholarSense-AI--claude-worktrees-project-run-analysis-89c2d5/ca659e9a-cf43-459b-a01c-511aec46bd26/scratchpad/shots/13-healthcheck-ri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83080"/>
            <a:ext cx="6080760" cy="380047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0" y="5693283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— extracted fields are cross-checked; the demo profile is flagged “Income Certificate Expired — issued 01/01/2021, will cause rejection.”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score to a personalized action plan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76072" y="1627632"/>
            <a:ext cx="5522976" cy="3499866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5" name="Image 0" descr="C:/Users/DELL/AppData/Local/Temp/claude/D--ScholarSense-AI--claude-worktrees-project-run-analysis-89c2d5/ca659e9a-cf43-459b-a01c-511aec46bd26/scratchpad/shots/05-read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91639"/>
            <a:ext cx="5458968" cy="34118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91072" y="1627632"/>
            <a:ext cx="5522976" cy="3499866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7" name="Image 1" descr="C:/Users/DELL/AppData/Local/Temp/claude/D--ScholarSense-AI--claude-worktrees-project-run-analysis-89c2d5/ca659e9a-cf43-459b-a01c-511aec46bd26/scratchpad/shots/06-diagno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9164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212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5046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· Eligibility · Documents · DBT · Deadline</a:t>
            </a: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4471416" y="5212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4471416" y="55046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ranked Critical / High / Medium, each with a fix.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302752" y="52120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Analyzer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8302752" y="550468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portal screenshot → stage, meaning, next action, timeline</a:t>
            </a: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r>
              <a:rPr lang="en-US" sz="11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AI chatbot &amp; smart notifications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365760" cy="365760"/>
          </a:xfrm>
          <a:prstGeom prst="ellipse">
            <a:avLst/>
          </a:prstGeom>
          <a:solidFill>
            <a:srgbClr val="1E4F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48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ScholarSense AI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1343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Online · answers from your profile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4937760" cy="1600200"/>
          </a:xfrm>
          <a:prstGeom prst="roundRect">
            <a:avLst>
              <a:gd name="adj" fmla="val 4571"/>
            </a:avLst>
          </a:prstGeom>
          <a:solidFill>
            <a:srgbClr val="E7ED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7889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“Yes — you meet the academic (≥75%), income (≤₹2.5L) and category criteria for NSP central + Karnataka SSP post-matric schemes. → Do this now: complete the SSP application and confirm your Aadhaar–bank seeding.”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44348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1F4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4434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44348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1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011680" y="4434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ಕನ್ನಡ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44348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1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08960" y="4434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हिंदी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reply · grounded in the student's saved profile · Groq LLM (gpt-oss-120b).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1112" y="1719072"/>
            <a:ext cx="5020056" cy="3185541"/>
          </a:xfrm>
          <a:prstGeom prst="roundRect">
            <a:avLst>
              <a:gd name="adj" fmla="val 1722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19" name="Image 0" descr="C:/Users/DELL/AppData/Local/Temp/claude/D--ScholarSense-AI--claude-worktrees-project-run-analysis-89c2d5/ca659e9a-cf43-459b-a01c-511aec46bd26/scratchpad/shots/09-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83080"/>
            <a:ext cx="4892040" cy="305752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611112" y="5124069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 — profile-driven; high-priority alerts auto-emailed and sent to the parent's WhatsApp in Kannada.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17904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— Intel i3 / equivalent or higher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— 4 GB minimum (8 GB recommended)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— 500 MB free disk space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— internet for OCR / LLM / WhatsApp APIs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— any laptop or Android phone with a browser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421569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— Windows 10/11, Linux or macOS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— Node.js 18+, npm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MongoDB 6+ (optional; local JSON fallback)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18, Vite 5, React Router, i18next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Express 4, Mongoose 8, JWT, Multer, node-cron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— OCR.space, Groq LLM, UltraMsg WhatsApp, Nodemailer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 cases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23872"/>
              </p:ext>
            </p:extLst>
          </p:nvPr>
        </p:nvGraphicFramePr>
        <p:xfrm>
          <a:off x="640080" y="1499616"/>
          <a:ext cx="10927080" cy="4079152"/>
        </p:xfrm>
        <a:graphic>
          <a:graphicData uri="http://schemas.openxmlformats.org/drawingml/2006/table">
            <a:tbl>
              <a:tblPr/>
              <a:tblGrid>
                <a:gridCol w="1920240"/>
                <a:gridCol w="3383280"/>
                <a:gridCol w="4160520"/>
                <a:gridCol w="1463040"/>
              </a:tblGrid>
              <a:tr h="5098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C"/>
                    </a:solidFill>
                  </a:tcPr>
                </a:tc>
              </a:tr>
              <a:tr h="5098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+ login with valid credentials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issued, student profile auto-created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8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 Engine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OBC-2A profile, ₹60,000 income, 83%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SSP OBC schemes = “Eligible”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8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Vault / 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marksheet image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%, DOB, board extracted (~85%)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8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certificate issued in 2021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“Expired — will cause rejection”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8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Analyzer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“Sent to PFMS” screenshot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detected + next action returned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8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typed in Kannada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Reply returned in Kannada 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8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profile with an eligible scheme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created; WhatsApp message queued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807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— manual functional testing, REST API testing, and a concurrent-write stress test on the local JSON store (atomic writes verified).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system — not a mock-up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E7ED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934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4086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modelled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15544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E1F4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60934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34086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E7ED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60934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4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34086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addressed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81160" y="155448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E1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81160" y="160934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34086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supported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54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209544"/>
            <a:ext cx="5852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eligibility matching — 10 eligible of 33 for the demo profile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field extraction + cross-document validation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deadline monitor — runs daily at 6 AM IST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WhatsApp alerts sent to the parent / guardian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JSON store — corruption-safe offline mode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68756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multi-portal, jargon-heavy process becomes one guided, vernacular, proactive flow — aimed at the exact points where students lose money.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76872" y="3090672"/>
            <a:ext cx="4700016" cy="2985516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  <a:effectLst>
            <a:outerShdw blurRad="114300" dist="38100" dir="5400000" algn="bl" rotWithShape="0">
              <a:srgbClr val="9AA7BD">
                <a:alpha val="45000"/>
              </a:srgbClr>
            </a:outerShdw>
          </a:effectLst>
        </p:spPr>
      </p:sp>
      <p:pic>
        <p:nvPicPr>
          <p:cNvPr id="20" name="Image 0" descr="C:/Users/DELL/AppData/Local/Temp/claude/D--ScholarSense-AI--claude-worktrees-project-run-analysis-89c2d5/ca659e9a-cf43-459b-a01c-511aec46bd26/scratchpad/shots/12-healthcheck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154680"/>
            <a:ext cx="4572000" cy="28575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040880" y="61219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verdict — “Yes, 1 critical issue will cause rejection”, with a step-by-step fix.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5790895" cy="6858000"/>
          </a:xfrm>
          <a:prstGeom prst="roundRect">
            <a:avLst/>
          </a:prstGeom>
          <a:solidFill>
            <a:srgbClr val="1229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972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decision-support system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runs today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5 avoidable failure modes end-to-end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Profile-driven, vernacular and proactive by design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Offline-capable, built on real NSP &amp; SSP scheme data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NSP / SSP deadline synchronization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onboarding for low-literacy users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scheme coverage with yearly rule updates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PFMS payment-status integration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685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0972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0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Scholarship Portal — scholarships.gov.in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0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SSP — ssp.karnataka.gov.in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0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PFMS — pfms.nic.in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0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Bharat / NPCI Aadhaar Payment Bridge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0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OCR.space API documentation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0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console.groq.com/docs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0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Node.js, Express, MongoDB documentation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—"/>
            </a:pPr>
            <a:r>
              <a:rPr lang="en-US" sz="1000" dirty="0">
                <a:solidFill>
                  <a:srgbClr val="D6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i18next — internationalization framework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4754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5440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Shalini H R   ·   shalinidvg16@gmail.com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911535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1492</Words>
  <Application>Microsoft Office PowerPoint</Application>
  <PresentationFormat>Widescreen</PresentationFormat>
  <Paragraphs>287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ScholarSense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ScholarSense AI</dc:title>
  <dc:subject>PptxGenJS Presentation</dc:subject>
  <dc:creator>Shalini H R</dc:creator>
  <cp:lastModifiedBy>Microsoft account</cp:lastModifiedBy>
  <cp:revision>3</cp:revision>
  <dcterms:created xsi:type="dcterms:W3CDTF">2026-09-07T15:56:52Z</dcterms:created>
  <dcterms:modified xsi:type="dcterms:W3CDTF">2026-09-07T16:15:47Z</dcterms:modified>
</cp:coreProperties>
</file>